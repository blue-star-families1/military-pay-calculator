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problem, not the tool. Most calculators show gross pay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linger on. It makes the value obvious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 STAR FAMILIES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Military Take-Home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Estimator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paycheck actually looks like after taxes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changes when you move.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B31F3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70916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54680" y="470916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Private  ·  No sign-in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8288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guide for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915400" y="288036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setting means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results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it is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leases without knowing the real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0992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377440" y="170992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military families live off-base and rent on the local market.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3580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77440" y="303580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change at once when you PCS: housing allowance, state taxes, special pays, sometimes rank.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6168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377440" y="436168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calculators show what actually lands in your bank account. They stop at gross pay.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answers the question families are actually asking: "If we move there, what does our paycheck look like?"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paycheck, step by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Rank, years of service, duty station, home state, deductions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471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9030" y="1874520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366903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331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adds up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331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+ housing (BAH) + food (BAS) + special pays = gross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934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3660" y="1874520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subtracts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794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tax, Social Security, Medicare, state tax, TSP, SGLI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0397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829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1" name="Text 19"/>
          <p:cNvSpPr/>
          <p:nvPr/>
        </p:nvSpPr>
        <p:spPr>
          <a:xfrm>
            <a:off x="917829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257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per month and per year — for two locations side by side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617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type ever leaves your browser.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4983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server, no tracking. Close the tab and it is gone.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sections, top to bottom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01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792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member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792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are: rank, years in, filing status, dependents, TSP, SGLI. Set once — applies to both locations.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980944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809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&amp; incentive pays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2871216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optional pays: sea, flight, jump, dive, hazard, family separation and more.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059936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599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9502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two duty stations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950208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it. Pick two locations and see them side by side.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82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138928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138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029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pay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83480" y="50292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breakdown, the difference between locations, print and share buttons.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update instantly as you type — there is no "calculate" button to press.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SERVICE MEMBER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setting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2984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94560" y="129844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duty, plus Guard and Reserve mobilised on Title 10 orders — not weekend drill or annual training pay.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grade / rank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grades E-1 to O-10, including prior-enlisted officers (O-1E/2E/3E) and the lower first-4-months E-1 rate.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Years of service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jumps at set milestones (2, 3, 4, 6, 8 years...), not gradually.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filing status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married filing jointly, or head of household. Changes the tax brackets 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entire housing allowance table. With-dependents rates are notably higher.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3796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contribution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savings percentage. Comes out of your paycheck.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type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lowers your taxable income. Roth does not. Same deduction, different tax result.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796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insurance premium, from $500,000 coverage down to declined.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3796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deductions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recurring — allotments, dental, AFRH.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37960" y="523036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 zone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54864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federal income tax. Social Security and Medicare are still taken out.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SPECIAL &amp; INCENTIVE PAYS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 what applies — amounts are editable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sea pay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3088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816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275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/ flight (ACIP)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1896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624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083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fire / imminent danger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0704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duty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088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816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275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 (jump)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1896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1624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083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parachute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0704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Diving duty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3088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2816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275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Submarine duty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1896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1624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083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Hardship duty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0704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duty (SDAP)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3088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2816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275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separation (FSA)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1896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1624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083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(you name it)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060704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8680" y="4956048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49560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554480" y="48646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Separation Allowance is the only one that is NOT taxed.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554480" y="51937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that correctly — it raises your gross pay without raising your tax.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COMPARE TWO DUTY STATIONS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event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64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337560" y="166420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 "Fort Bragg" so the results read plainly instead of "Scenario A".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24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Duty station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37560" y="26243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 real housing areas. Picking one fills in your housing allowance automatically.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584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BAH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for you — but you can type over it if you know your exact figure.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5312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445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legal residence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45445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pay state tax. Usually NOT the state you are stationed 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80960" y="1572768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state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09560" y="218541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238658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TX, FL, WA and 6 more. Nothing owed.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323697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Exempts military pay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343814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AZ, KY, MI, MN and 9 more. Ticked for you.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09560" y="4288536"/>
            <a:ext cx="201168" cy="201168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2336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0" y="44897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NY, OH, PA and 5 more. Tax-free ONLY if you are stationed outside that state.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your legal residence usually does not change just because you PCS (SCRA / MSRRA).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READING THE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math, not just a total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location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1031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187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39572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268833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9809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61872" y="2980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pays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27355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1872" y="32735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5661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61872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2688" y="38587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3858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6.2%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15137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1.45%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44398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61872" y="44439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47365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61872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TSP, SGLI, other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61872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difference banner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2057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662940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+$9,000 per year — the headline number for a move.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0" y="35661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extra readouts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629400" y="40690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tax rate — what share of gross goes to taxes.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% of gross — what you actually keep.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Print / Save as PDF  ·  Copy shareable link (the link remembers every setting).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  ·  E-5, 10 YEARS, TEXAS LEGAL RESIDENCE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family: Fort Bragg → JBLM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Bragg, NC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JBLM / Tacoma, WA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7523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(BAH)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$1,806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36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(BAS)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$6,678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$7,428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$5,942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$6,692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074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month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297680" y="5074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+$9,000 a year. Same rank, same job, same family — only the city changed.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IS IT?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exact, what is estimated, what is missing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Dollar-accurate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(DFAS tables)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(official DoD rates)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&amp; Medicare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1F316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estimate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income tax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yearly tax ÷ 12 — not your exact paycheck withholding.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B3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drill / annual training pay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income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tax credits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deductions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city taxes (except Maryland)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(OHA) locations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comparison between two places is more reliable than either single number 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sources of error apply to both sides equally, so they cancel out in the difference.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COME FROM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traces to an official source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4650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6184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6184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Finance and Accounting Service (DFAS) 2026 tables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41448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2313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313432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Travel Management Office — 338 housing areas, every rank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62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3136392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0083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54880" y="3008376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DFAS — matches DoD published figures exactly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31336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370332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0" y="370332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2026 brackets and standard deduction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526280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3982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/ Medicare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439826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rates and wage caps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474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22122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509320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754880" y="509320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2026 state schedules, all 50 states plus DC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852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one widely-used public calculator is still showing 2023 food-allowance rates as if current.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WRONG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check first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0512"/>
            <a:ext cx="548640" cy="54864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4708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page will not load"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antivirus software (Avast, AVG) blocks brand-new websites until they build a reputation. This is a false alarm, not a broken site.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mobile data instead of Wi-Fi, a different browser, or another computer.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1810512"/>
            <a:ext cx="548640" cy="54864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06640" y="18470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number looks wrong"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286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these first: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state of legal residence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dependents setting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TSP percentage yours?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Did a housing figure get typed over?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10881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looks off? Tell us — that is exactly what we need.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663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"Report an issue" link at the bottom of the page. It opens a short form asking for your rank, duty station, home state, what the tool showed, and what your LES shows.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5394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 not include personal or identifying details.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task, and it matters more than everything else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331720"/>
            <a:ext cx="640080" cy="640080"/>
          </a:xfrm>
          <a:prstGeom prst="star5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19456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your most recent LES and compare it, line by line.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6517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any line that differs by more than a couple hundred dollars a month. That is the one test we cannot run ourselves.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21608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216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load for you?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phone and your work computer.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3616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anything confusing?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label, a setting, a number with no explanation.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38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50200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send this to a friend who is PCSing?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what is missing?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64240" y="60350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this slide handy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91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663440" y="1591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1226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an account?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0" y="2148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 sign-in, no app to install.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 on a phone?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270662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any modern browser.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227832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264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my data stored?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0" y="32644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Nothing leaves your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78561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year are the rates?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38221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2026, effective 1 January 2026.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3799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save a scenario?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3799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"Copy shareable link" saves every setting in the link.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0118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print it?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663440" y="4937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"Print / Save as PDF".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45896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4955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I tell if it is wrong?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663440" y="54955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"Report an issue" link at the bottom of the page.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0819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 Star Families tool. Independent estimate for planning; not affiliated with or endorsed by the U.S. Department of Defense or DFAS.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Military Take-Home Pay Estimator — User Guide</dc:title>
  <dc:subject>PptxGenJS Presentation</dc:subject>
  <dc:creator>Blue Star Families</dc:creator>
  <cp:lastModifiedBy>Blue Star Families</cp:lastModifiedBy>
  <cp:revision>1</cp:revision>
  <dcterms:created xsi:type="dcterms:W3CDTF">2026-08-15T02:54:52Z</dcterms:created>
  <dcterms:modified xsi:type="dcterms:W3CDTF">2026-08-15T02:54:52Z</dcterms:modified>
</cp:coreProperties>
</file>